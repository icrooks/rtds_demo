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Updates/sec (thousands)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ETA C
RSSL</c:v>
                  </c:pt>
                  <c:pt idx="1">
                    <c:v>ETA C
WS/RWF</c:v>
                  </c:pt>
                  <c:pt idx="2">
                    <c:v>ETA Reactor
RSSL</c:v>
                  </c:pt>
                  <c:pt idx="3">
                    <c:v>ETA Reactor
WS/RWF</c:v>
                  </c:pt>
                  <c:pt idx="4">
                    <c:v>EMA C++
RSSL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</c:v>
                </c:pt>
                <c:pt idx="1">
                  <c:v>1200</c:v>
                </c:pt>
                <c:pt idx="2">
                  <c:v>1000</c:v>
                </c:pt>
                <c:pt idx="3">
                  <c:v>950</c:v>
                </c:pt>
                <c:pt idx="4">
                  <c:v>420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9164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LSEG Real-Time SDK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Edition — Technical Demonstration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Live Demos  •  Zero Licenses Required  •  Production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  |  Mirrors EMA + ETA Patterns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64008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8872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SDK Architecture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77840" y="1188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&amp; ETA layers, transport options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0" y="11887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20240"/>
            <a:ext cx="64008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9202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920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1: Market Price Streaming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EMA-style Provider + Consumer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1920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51760"/>
            <a:ext cx="64008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65176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2651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2: Performance Benchmark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2651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ETA-style ProvPerf + ConsPerf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26517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383280"/>
            <a:ext cx="64008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3832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3832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3383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format, domain models, patterns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3383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114800"/>
            <a:ext cx="64008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1148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4114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&amp; Resources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77840" y="4114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demo to production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41148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Real-Time SDK?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framework for building ultra-low-latency market data applications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API Layers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(high-level C++) for rapid development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(low-level C) for max performance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54480"/>
            <a:ext cx="64008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Proven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011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at 1,000+ financial institutions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for real-time data distribution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08960"/>
            <a:ext cx="64008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Source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license, full source on GitHub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 for local development &amp; testing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64008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Multi-Transport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566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TCP/RSSL, WebSocket, Multicast,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Memory, Encrypted TLS 1.3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SDK Architecture — Layered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097280"/>
            <a:ext cx="6949440" cy="73152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80160" y="1143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 — Enterprise Message API (C++)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14813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login/directory/dictionary • OmmConsumer/Provider • ~420K upd/s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6949440" cy="73152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011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 Value-Add — Reactor + Watchlist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3500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dispatch • Connection recovery • ~1M upd/s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834640"/>
            <a:ext cx="6949440" cy="7315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0160" y="2880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 Core — RSSL Transport + OMM Codec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21868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RWF encoding • Buffer management • ~1.2M upd/s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3703320"/>
            <a:ext cx="6949440" cy="7315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0" y="37490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Network: TCP/RSSL • WebSocket • Multicast • Shared Memory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0873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TLS 1.3 • Message packing • Compression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4572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Level = Easier to Use        Lower Level = Higher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 vs ETA — Choosing Your API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 (C++)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(C)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lines for consumer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~500+ lines for consumer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~420K updates/sec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~1.2M updates/sec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Domains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(or Reactor)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+ Programmatic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Programmatic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reconnect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or Watchlist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apps, dashboards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 trading, 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thread 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(single/multi)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1: EMA Market Price Streaming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Provider + Consumer — the pattern used by 95% of RTSDK deployments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2004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32004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IProvider (port 14002)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Bind TCP 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Accept connection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Handle Login/Directory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Send RefreshMsg (snapshot)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Stream UpdateMsg (ticks)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0"/>
            <a:ext cx="32004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1463040"/>
            <a:ext cx="3200400" cy="41148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20116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Connect to Provider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 Login + Directory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Subscribe (IBM.N, EUR=...)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Receive RefreshMsg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Decode UpdateMsg fields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2651760"/>
            <a:ext cx="128016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TCP/RSSL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instruments  •  Real FIDs (BID=22, ASK=25)  •  1-sec tick rate  •  &lt; 100 lines of code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1: Live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╔═══ RefreshMsg ════════════════════════════════╗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Item:     IBM.N         (INTL BUS MACHINES)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Service:  DIRECT_FEED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State:    Open/Ok/All is well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╟───────────────────────────────────────────────╢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BID      =     185.4200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ASK      =     185.5500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LAST     =     185.4800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VOLUME   =      4231000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NETCHNG  = +0.4800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╚═══════════════════════════════════════════════╝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UpdateMsg #1  IBM.N   BID=185.4495  ASK=185.5795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UpdateMsg #2  AAPL.OQ BID=192.3672  ASK=192.5172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UpdateMsg #3  EUR=    BID=  1.0900  ASK=  1.0902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2: ETA Performance Benchmark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ProvPerf + ConsPerf — measuring raw throughput and latency at scale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2004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320040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ProvPerf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1K-1M items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at target 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nanosecond timestamps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N msgs per write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bandwidth stats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0"/>
            <a:ext cx="32004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1463040"/>
            <a:ext cx="3200400" cy="41148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ConsPerf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20116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all items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binary messages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latency (p50-p99)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throughput/sec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CPU + memory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2651760"/>
            <a:ext cx="12801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upd/s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Configurable: update rate • item count • message packing • test duration • warmup period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Benchmarks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LSEG published results — HPE ProLiant DL360 Gen10, Intel Xeon Gold 6242, 10G NIC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Updates/sec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C / RSSL Socket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420K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Updates/sec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C++ / RSSL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3-5x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RWF vs 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Advantage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0080" y="3383280"/>
          <a:ext cx="78638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 Options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RSSL / TCP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097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default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4960" y="10972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throughput, binary RWF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28800"/>
            <a:ext cx="64008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1828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web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828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RWF or JSON sub-protocols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60320"/>
            <a:ext cx="64008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560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Memory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560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Co-located ultra-low-latency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network stack entirely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29184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Multicast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2608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distribution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3291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One-to-many, UDP reliable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023360"/>
            <a:ext cx="64008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Encrypted TLS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4023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/ cloud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4023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1.2/1.3, 10-20% overhead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OMM Domain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data vocabularies for financial market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64008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Price (6)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quotes — BID, ASK, LAST, VOLUME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updates (only changed fields)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64008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By Order (7)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depth order book — individual orders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keyed by order ID, add/update/delete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514600"/>
            <a:ext cx="64008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By Price (8)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depth — price level summary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Bandwidth-efficient alternative to MBO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14600"/>
            <a:ext cx="64008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Symbol List (10)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lists — index constituents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updates as composition changes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7480" y="365760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97480" y="3657600"/>
            <a:ext cx="64008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/ Directory / Dict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admin — authentication,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field definitions (14K+ FIDs)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Clone to Running in 5 Minutes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972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0972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8288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1828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build -o bin/ ./...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18288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sec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256032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Provider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560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./bin/iprovider -port 14002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25603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29184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2918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Consumer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26080" y="3291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./bin/consumer -items "IBM.N,EUR="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32918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0233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71600" y="4023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Live Data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4023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RefreshMsg + UpdateMsg streaming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40233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licenses • Zero external data feeds • Zero infrastructure required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Demo to Production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28016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Demo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(Today)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localhost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data, no license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28016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RTDS On-Prem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ADS hostname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feeds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80160"/>
            <a:ext cx="1965960" cy="54864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RTO Cloud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+ WebSocket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LSEG cloud service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086600" y="128016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86600" y="128016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failover, DACS auth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tuning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SDK code at every stage — only the connection target changes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749040"/>
            <a:ext cx="64008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 Standby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Active/standby failover with automatic switchover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374904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0" y="3749040"/>
            <a:ext cx="64008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DACS Authentication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entitlements for user access control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74904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749040"/>
            <a:ext cx="64008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Tuning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isolation, NUMA, hugepages, kernel bypass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0972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github.com/Refinitiv/Real-Time-SDK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91640"/>
            <a:ext cx="64008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91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Portal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developers.lseg.com/en/api-catalog/real-time-opnsrc/rt-sdk-cc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286000"/>
            <a:ext cx="64008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2860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Summary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2860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developers.lseg.com/.../refinitiv-real-time-sdks-performance-test-summary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880360"/>
            <a:ext cx="64008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803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 Developer Guide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28803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developers.lseg.com/.../ema_cpp_dev_guide.pdf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474720"/>
            <a:ext cx="64008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474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Concepts Guide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34747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developers.lseg.com/.../api_concepts_guide.pdf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069080"/>
            <a:ext cx="64008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69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Forum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40690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community.developers.refinitiv.com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github.com/Refinitiv/Real-Time-SDK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LSEG Real-Time SDK C/C++ — Technical Demo</dc:title>
  <dc:subject>PptxGenJS Presentation</dc:subject>
  <dc:creator>RTSDK Demo Package</dc:creator>
  <cp:lastModifiedBy>RTSDK Demo Package</cp:lastModifiedBy>
  <cp:revision>1</cp:revision>
  <dcterms:created xsi:type="dcterms:W3CDTF">2026-03-15T14:28:28Z</dcterms:created>
  <dcterms:modified xsi:type="dcterms:W3CDTF">2026-03-15T14:28:28Z</dcterms:modified>
</cp:coreProperties>
</file>